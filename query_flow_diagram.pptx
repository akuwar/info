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Zero-Waste Agentic RAG: Query Decision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840480" y="868680"/>
            <a:ext cx="1463040" cy="36576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381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40480" y="868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User Query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0" y="1234440"/>
            <a:ext cx="0" cy="228600"/>
          </a:xfrm>
          <a:prstGeom prst="line">
            <a:avLst/>
          </a:prstGeom>
          <a:noFill/>
          <a:ln w="3175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743200" y="1554480"/>
            <a:ext cx="3657600" cy="45720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381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Tier 1: Semantic Cache Check (&gt;95% similarity)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783080"/>
            <a:ext cx="118872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583680" y="16002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HIT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680960" y="1554480"/>
            <a:ext cx="1005840" cy="45720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381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680960" y="15544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Return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Cached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Answer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2011680"/>
            <a:ext cx="0" cy="228600"/>
          </a:xfrm>
          <a:prstGeom prst="line">
            <a:avLst/>
          </a:prstGeom>
          <a:noFill/>
          <a:ln w="3175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709160" y="2057400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MISS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2331720"/>
            <a:ext cx="274320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0" y="2331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Check: Temporal Intent?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(latest, current, recent)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2537460"/>
            <a:ext cx="-1280160" cy="0"/>
          </a:xfrm>
          <a:prstGeom prst="line">
            <a:avLst/>
          </a:prstGeom>
          <a:noFill/>
          <a:ln w="3175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2560320" y="2377440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YES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2286000"/>
            <a:ext cx="1280160" cy="502920"/>
          </a:xfrm>
          <a:prstGeom prst="rect">
            <a:avLst/>
          </a:prstGeom>
          <a:solidFill>
            <a:srgbClr val="EF4444">
              <a:alpha val="80000"/>
            </a:srgbClr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22860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Bypass Cache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↓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Query Source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Directly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2743200"/>
            <a:ext cx="0" cy="228600"/>
          </a:xfrm>
          <a:prstGeom prst="line">
            <a:avLst/>
          </a:prstGeom>
          <a:noFill/>
          <a:ln w="3175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709160" y="2788920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NO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0" y="3063240"/>
            <a:ext cx="3657600" cy="4572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381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43200" y="3063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Tier 2: Retrieval Cache Check (&gt;70% similarity)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0" y="3291840"/>
            <a:ext cx="64008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6492240" y="3108960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HIT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132320" y="2834640"/>
            <a:ext cx="1554480" cy="914400"/>
          </a:xfrm>
          <a:prstGeom prst="rect">
            <a:avLst/>
          </a:prstGeom>
          <a:solidFill>
            <a:srgbClr val="FFC107">
              <a:alpha val="70000"/>
            </a:srgbClr>
          </a:solidFill>
          <a:ln w="25400">
            <a:solidFill>
              <a:srgbClr val="FFC107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223760" y="2926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Validate Freshness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69480" y="3200400"/>
            <a:ext cx="1280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• Row timestamp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69480" y="3310128"/>
            <a:ext cx="1280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• Table MAX(Time)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269480" y="3419856"/>
            <a:ext cx="1280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• Data fingerprint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269480" y="3529584"/>
            <a:ext cx="1280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• Predicate check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269480" y="3639312"/>
            <a:ext cx="1280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• Context sufficient?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909560" y="3749040"/>
            <a:ext cx="0" cy="27432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8046720" y="3794760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VALID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452360" y="4114800"/>
            <a:ext cx="914400" cy="36576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381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452360" y="4114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 Cached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Context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132320" y="3291840"/>
            <a:ext cx="-731520" cy="365760"/>
          </a:xfrm>
          <a:prstGeom prst="line">
            <a:avLst/>
          </a:prstGeom>
          <a:noFill/>
          <a:ln w="25400">
            <a:solidFill>
              <a:srgbClr val="EF4444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6126480" y="3429000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STALE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72000" y="3520440"/>
            <a:ext cx="0" cy="228600"/>
          </a:xfrm>
          <a:prstGeom prst="line">
            <a:avLst/>
          </a:prstGeom>
          <a:noFill/>
          <a:ln w="3175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4709160" y="3566160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MISS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0" y="3840480"/>
            <a:ext cx="2743200" cy="3657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93B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200400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Query Backend Sources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931920" y="4206240"/>
            <a:ext cx="0" cy="18288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212080" y="4206240"/>
            <a:ext cx="0" cy="18288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17520" y="4480560"/>
            <a:ext cx="1828800" cy="36576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381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01752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SQL Database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212080" y="4480560"/>
            <a:ext cx="1828800" cy="36576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381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21208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Vector Database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931920" y="4846320"/>
            <a:ext cx="640080" cy="13716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26480" y="4846320"/>
            <a:ext cx="-640080" cy="13716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840480" y="4617720"/>
            <a:ext cx="1463040" cy="36576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381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3840480" y="4617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LLM Generate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572000" y="4983480"/>
            <a:ext cx="0" cy="182880"/>
          </a:xfrm>
          <a:prstGeom prst="line">
            <a:avLst/>
          </a:prstGeom>
          <a:noFill/>
          <a:ln w="3175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365760" y="4709160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55" name="Text 53"/>
          <p:cNvSpPr/>
          <p:nvPr/>
        </p:nvSpPr>
        <p:spPr>
          <a:xfrm>
            <a:off x="36576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→ Save to Cache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Zero-Waste Agentic RAG - Query Flow</dc:title>
  <dc:subject>PptxGenJS Presentation</dc:subject>
  <dc:creator>Claude</dc:creator>
  <cp:lastModifiedBy>Claude</cp:lastModifiedBy>
  <cp:revision>1</cp:revision>
  <dcterms:created xsi:type="dcterms:W3CDTF">2026-03-30T00:27:51Z</dcterms:created>
  <dcterms:modified xsi:type="dcterms:W3CDTF">2026-03-30T00:27:51Z</dcterms:modified>
</cp:coreProperties>
</file>