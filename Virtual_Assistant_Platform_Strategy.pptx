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%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Platform
Scalability</c:v>
                  </c:pt>
                  <c:pt idx="1">
                    <c:v>Integration
Complexity</c:v>
                  </c:pt>
                  <c:pt idx="2">
                    <c:v>Conversation
Complexity</c:v>
                  </c:pt>
                  <c:pt idx="3">
                    <c:v>Risk &amp;
Governance</c:v>
                  </c:pt>
                  <c:pt idx="4">
                    <c:v>Strategic
Value</c:v>
                  </c:pt>
                  <c:pt idx="5">
                    <c:v>Data/Knowledge</c:v>
                  </c:pt>
                  <c:pt idx="6">
                    <c:v>Time to
Market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  <c:pt idx="5">
                  <c:v>10</c:v>
                </c:pt>
                <c:pt idx="6">
                  <c:v>5</c:v>
                </c:pt>
              </c:numCache>
            </c:numRef>
          </c:val>
        </c:ser>
        <c:dLbls>
          <c:numFmt formatCode="#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Virtual Assistant Platform Strategy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Decision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DialogFlow NLP • Playbooks • Google ADK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7490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Platform Positioning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10972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DialogFlow NLP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Compliance-driven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use cases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mode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2560320" cy="109728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DialogFlow Playbooks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Bridge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1945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RAG-focused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prototyping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orchestration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required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05840"/>
            <a:ext cx="2560320" cy="13716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5156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03504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ADK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126480" y="1828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Platform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72200" y="21488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agentic AI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Multi-system orchestration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components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Future-proof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for new generative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Key Evaluation Criteria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each use case 1-10 across these dimensions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264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Conversation Complexity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14264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→ Adaptive multi-turn reasoning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10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&amp; Knowledge Requirements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8105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APIs → Multi-source orchestration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82296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Determinism vs. Flexibility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responses → Creative problem-solving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786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Integration Complexity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5786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systems → 6+ with conditional logic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07792"/>
            <a:ext cx="82296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626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Personalization Depth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296265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→ Hyper-personalized &amp; predictive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467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Risk &amp; Compliance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33467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tolerance → Controlled innovation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75888"/>
            <a:ext cx="82296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30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Time to Market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37307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 → Strategic investment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59936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14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Scalability &amp; Platform Strategy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66160" y="4114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→ Reusable across domains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Technology-Weighted Scoring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weighted to favor ADK's strategic advantages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Logic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651760" y="1097280"/>
            <a:ext cx="384048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651760" y="1097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requires deterministic?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737360"/>
            <a:ext cx="0" cy="27432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51760" y="2103120"/>
            <a:ext cx="3840480" cy="64008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2103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RAG + Timeline &lt;4 weeks + POC?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2743200"/>
            <a:ext cx="0" cy="27432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51760" y="3108960"/>
            <a:ext cx="384048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31089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score ≥6 OR Scalability ≥7?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2286000" cy="5486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114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DialogFlow NLP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4114800"/>
            <a:ext cx="2286000" cy="54864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4114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 (Temp)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4114800"/>
            <a:ext cx="2286000" cy="5486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16052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0" y="4114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ADK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600200" y="3749040"/>
            <a:ext cx="0" cy="36576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572000" y="3749040"/>
            <a:ext cx="0" cy="36576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543800" y="3749040"/>
            <a:ext cx="0" cy="36576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Category 1: Existing NLP + Enhancements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Maintain in NLP unless enhancement justifies platform shift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828800"/>
            <a:ext cx="73152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to ADK (Preferred)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2860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reasoning needed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use case with evolution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≥7 OR Integration ≥7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82880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828800"/>
            <a:ext cx="73152" cy="118872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Playbooks (Only if Temporary)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83480" y="22860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knowledge retrieval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timeline &lt;4 weeks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migration plan required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109728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in NLP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4904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374904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to ADK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A7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640080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Playbooks (Temp)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Category 2: Existing Playbooks Use Cases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Evaluate for ADK migration based on strategic value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3931920" cy="13716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9202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Prioritize ADK Migration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85800" y="24231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Business-critical use case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Hitting Playbook limitations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shows complexity growth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≥8 on Complexity + Integration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754880" y="1828800"/>
            <a:ext cx="3931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93776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in Playbooks (Short-term)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83480" y="24231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strategic priority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constraints this quarter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plan within 12 months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(Required)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371600" y="3657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4800" dirty="0"/>
          </a:p>
        </p:txBody>
      </p:sp>
      <p:sp>
        <p:nvSpPr>
          <p:cNvPr id="14" name="Text 10"/>
          <p:cNvSpPr/>
          <p:nvPr/>
        </p:nvSpPr>
        <p:spPr>
          <a:xfrm>
            <a:off x="137160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to ADK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126480" y="3657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A7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4800" dirty="0"/>
          </a:p>
        </p:txBody>
      </p:sp>
      <p:sp>
        <p:nvSpPr>
          <p:cNvPr id="16" name="Text 12"/>
          <p:cNvSpPr/>
          <p:nvPr/>
        </p:nvSpPr>
        <p:spPr>
          <a:xfrm>
            <a:off x="612648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(with plan)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794760"/>
            <a:ext cx="14630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Category 3: Deterministic → Generative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Migrate to ADK — avoid creating second migration later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828800"/>
            <a:ext cx="2651760" cy="10972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0299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NLP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235915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REQUIRES determinism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satisfaction &gt;90%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business case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828800"/>
            <a:ext cx="2651760" cy="10972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828800"/>
            <a:ext cx="2651760" cy="1097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5623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20299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Migrate to ADK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383280" y="235915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Underlying complexity exists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 planned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pattern opportunity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828800"/>
            <a:ext cx="26517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1828800"/>
            <a:ext cx="2651760" cy="109728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6" name="Text 12"/>
          <p:cNvSpPr/>
          <p:nvPr/>
        </p:nvSpPr>
        <p:spPr>
          <a:xfrm>
            <a:off x="6035040" y="20299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Playbooks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172200" y="235915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RAG, no orchestration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Proof-of-concept only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migration plan required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Distribution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914400" y="3657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914400" y="4069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023360" y="3657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65%</a:t>
            </a:r>
            <a:endParaRPr lang="en-US" sz="3200" dirty="0"/>
          </a:p>
        </p:txBody>
      </p:sp>
      <p:sp>
        <p:nvSpPr>
          <p:cNvPr id="23" name="Text 19"/>
          <p:cNvSpPr/>
          <p:nvPr/>
        </p:nvSpPr>
        <p:spPr>
          <a:xfrm>
            <a:off x="4023360" y="4069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132320" y="3657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7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3200" dirty="0"/>
          </a:p>
        </p:txBody>
      </p:sp>
      <p:sp>
        <p:nvSpPr>
          <p:cNvPr id="25" name="Text 21"/>
          <p:cNvSpPr/>
          <p:nvPr/>
        </p:nvSpPr>
        <p:spPr>
          <a:xfrm>
            <a:off x="7132320" y="4069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Category 4: New Generative Use Cases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Directive: ADK is the default platform for new generative AI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5029200" cy="25603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with ADK (Default - 75%)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58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ADK when: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integration complexity (Score ≥5)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conversations (Score ≥6)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required (Score ≥5)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use cases in roadmap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timeline acceptable (8-12 weeks)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39319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Advantages: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4133088"/>
            <a:ext cx="4480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Future-proof • Reusable • Superior governance • Vendor alignment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1737360"/>
            <a:ext cx="30175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 Exception (20%)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97880" y="22860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ALL apply: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25146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RAG, no orchestration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 business case (POC)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&lt;4 weeks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migration planned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3474720"/>
            <a:ext cx="301752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36118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DialogFlow NLP (5%)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897880" y="3886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for compliance-mandated determinism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ADK is the Strategic Platform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4572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Technical Debt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6276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double-migration: invest once in the right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4572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Superior Enterprise Capabilities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35915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observability, security, governance frameworks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4572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432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28346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Economics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309067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components amortize across multiple use cases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74720"/>
            <a:ext cx="4572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747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51560" y="35661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Google's Roadmap Alignment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82219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is Google's strategic investment — early adopter advantage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206240"/>
            <a:ext cx="4572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06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51560" y="42976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Differentiation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51560" y="455371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vs. chatbot positioning in market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Governance &amp; Decision Authority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365760" cy="36576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Approval Required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Generative → ADK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Owner + Tech Lead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Generative → Playbooks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VP Technology + Migration Plan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justification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Playbooks → ADK Migration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Architecture Review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 prioritization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NLP → ADK Migration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Review Board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assessment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2"/>
          <p:cNvSpPr/>
          <p:nvPr/>
        </p:nvSpPr>
        <p:spPr>
          <a:xfrm>
            <a:off x="548640" y="1600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Type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2834640" y="1600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Required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3504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Cycles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Quarterly: Playbook migration readiness    •    Bi-Annual: Playbook deprecation roadmap    •    Annual: Platform consolidation goals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Health Metrics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143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adoption and migration progress quarterly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828800"/>
            <a:ext cx="4114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Adoption Rate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304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new generative use cases on ADK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560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&gt;75%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0" y="18288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1828800"/>
            <a:ext cx="41148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9"/>
          <p:cNvSpPr/>
          <p:nvPr/>
        </p:nvSpPr>
        <p:spPr>
          <a:xfrm>
            <a:off x="5212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Reduction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212080" y="2304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decrease in Playbook inventory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212080" y="2560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-30%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2004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3200400"/>
            <a:ext cx="41148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Velocity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36758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→ ADK migrations per quarter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3931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2-3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0" y="32004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29200" y="3200400"/>
            <a:ext cx="41148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Reusability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212080" y="36758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components used across use cases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212080" y="3931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60%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 Recommendation Matrix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 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Trigger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NLP + Enhancements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NLP (75%)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ADK (20%)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Multi-turn or orchestration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Playbooks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ADK migrate (40%)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Playbooks (60%)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value + limitations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 → Generative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ADK (65%)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NLP (15%)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Complexity or evolution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Generative Use Cases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ADK (75%)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Playbooks (20%)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integration/personalization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Category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10896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Platform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120640" y="1188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49440" y="1188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Trigger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Messages for Leadership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5087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is our strategic generative AI platform — Playbooks is a tactical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21488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Playbook use case creates future technical debt requiring migration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economics: ADK investment amortizes across multiple use cases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342900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differentiates us from basic chatbot competitors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40690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ADK approval vs. VP-level Playbooks approval drives right behavior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Recommended Next Steps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(Q2 2026)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19659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Socialize rubric with Product leadership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top 3 Playbook use cases for ADK migration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approval workflows to favor ADK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(Q3 2026)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9260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first Playbook → ADK migration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ADK component library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quarterly platform health dashboard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(Q4 2026 - Q1 2027)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&gt;75% ADK adoption for new generative use cases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Playbook inventory by 30%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5+ reusable ADK agent patterns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Assistant Platform Strategy Team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2918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Assistant Platform Strategy</dc:title>
  <dc:subject>PptxGenJS Presentation</dc:subject>
  <dc:creator>Technology Leadership</dc:creator>
  <cp:lastModifiedBy>Technology Leadership</cp:lastModifiedBy>
  <cp:revision>1</cp:revision>
  <dcterms:created xsi:type="dcterms:W3CDTF">2026-04-06T04:48:14Z</dcterms:created>
  <dcterms:modified xsi:type="dcterms:W3CDTF">2026-04-06T04:48:14Z</dcterms:modified>
</cp:coreProperties>
</file>