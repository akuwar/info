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21792"/>
          </a:xfrm>
          <a:prstGeom prst="rect">
            <a:avLst/>
          </a:prstGeom>
          <a:solidFill>
            <a:srgbClr val="12192C"/>
          </a:solidFill>
          <a:ln w="12700">
            <a:solidFill>
              <a:srgbClr val="12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AI Adoption  ·  SDLC AI Enablement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56032" y="3931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AI-first coding workflow from Requirements to Deployment — Human-in-the-Loop at the right moments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12161520" cy="237744"/>
          </a:xfrm>
          <a:prstGeom prst="rect">
            <a:avLst/>
          </a:prstGeom>
          <a:solidFill>
            <a:srgbClr val="1A3355"/>
          </a:solidFill>
          <a:ln w="12700">
            <a:solidFill>
              <a:srgbClr val="1A33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21792"/>
            <a:ext cx="1216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 —  Managed Agentic eXecution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146304" y="923544"/>
            <a:ext cx="283464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" y="923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63824" y="923544"/>
            <a:ext cx="2834640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3824" y="923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81344" y="923544"/>
            <a:ext cx="2834640" cy="274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923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/  VERIFY  /  REVIEW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98864" y="923544"/>
            <a:ext cx="283464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98864" y="923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READINESS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46304" y="1261872"/>
            <a:ext cx="2761488" cy="9326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46304" y="1261872"/>
            <a:ext cx="45720" cy="9326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353312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Requirements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" y="1802831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146304" y="3310128"/>
            <a:ext cx="2761488" cy="9326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46304" y="3310128"/>
            <a:ext cx="45720" cy="9326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401568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JIRA Stories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" y="3851087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StoryWeaver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46304" y="5358384"/>
            <a:ext cx="2761488" cy="9326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46304" y="5358384"/>
            <a:ext cx="45720" cy="9326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5449824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JIRA Stories to IDE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6032" y="5899343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MCP Server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3163824" y="1261872"/>
            <a:ext cx="2761488" cy="9326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63824" y="1261872"/>
            <a:ext cx="45720" cy="9326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1353312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Implementation Plan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73552" y="1802831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 Mode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3163824" y="3310128"/>
            <a:ext cx="2761488" cy="93268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63824" y="3310128"/>
            <a:ext cx="45720" cy="9326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3552" y="3401568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Refine Plan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73552" y="3851087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3163824" y="5358384"/>
            <a:ext cx="276148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63824" y="5358384"/>
            <a:ext cx="45720" cy="9326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73552" y="5449824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Code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73552" y="5899343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 Mode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6181344" y="1261872"/>
            <a:ext cx="276148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81344" y="1261872"/>
            <a:ext cx="45720" cy="9326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1353312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91072" y="1802831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 Mode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6181344" y="2286000"/>
            <a:ext cx="2761488" cy="93268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81344" y="2286000"/>
            <a:ext cx="45720" cy="9326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2377440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Generated Tests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91072" y="2826959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6181344" y="3310128"/>
            <a:ext cx="2761488" cy="9326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81344" y="3310128"/>
            <a:ext cx="45720" cy="9326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3401568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Tests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91072" y="3851087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Karate, Playwright MCP, HEX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6181344" y="4334256"/>
            <a:ext cx="2761488" cy="9326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81344" y="4334256"/>
            <a:ext cx="45720" cy="9326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91072" y="4425696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Compliance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91072" y="4875215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Validation Agent, HEX Docs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6181344" y="5358384"/>
            <a:ext cx="2761488" cy="9326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81344" y="5358384"/>
            <a:ext cx="45720" cy="9326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91072" y="5449824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 (Copilot + Team)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91072" y="5899343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Human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9198864" y="1261872"/>
            <a:ext cx="2761488" cy="9326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198864" y="1261872"/>
            <a:ext cx="45720" cy="9326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08592" y="1353312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EPLX AI Scan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308592" y="1802831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+ EPLX MCP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9198864" y="3310128"/>
            <a:ext cx="2761488" cy="9326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9198864" y="3310128"/>
            <a:ext cx="45720" cy="9326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08592" y="3401568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HEX Documentation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308592" y="3851087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Docs + Confluence MCP + EPLX MCP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>
            <a:off x="9198864" y="5358384"/>
            <a:ext cx="2761488" cy="9326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9198864" y="5358384"/>
            <a:ext cx="45720" cy="9326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308592" y="5449824"/>
            <a:ext cx="259689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Readiness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308592" y="5899343"/>
            <a:ext cx="259689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MCP + HEX Docs MCP + Confluence MCP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0" y="6345936"/>
            <a:ext cx="12161520" cy="475488"/>
          </a:xfrm>
          <a:prstGeom prst="rect">
            <a:avLst/>
          </a:prstGeom>
          <a:solidFill>
            <a:srgbClr val="EAECF2"/>
          </a:solidFill>
          <a:ln w="12700">
            <a:solidFill>
              <a:srgbClr val="D8DB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56032" y="64556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1097280" y="6492240"/>
            <a:ext cx="219456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97280" y="6492240"/>
            <a:ext cx="45720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0" y="64739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3200400" y="6492240"/>
            <a:ext cx="219456" cy="16459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00400" y="6492240"/>
            <a:ext cx="45720" cy="1645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474720" y="64739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720" dirty="0"/>
          </a:p>
        </p:txBody>
      </p:sp>
      <p:sp>
        <p:nvSpPr>
          <p:cNvPr id="81" name="Shape 79"/>
          <p:cNvSpPr/>
          <p:nvPr/>
        </p:nvSpPr>
        <p:spPr>
          <a:xfrm>
            <a:off x="5303520" y="6492240"/>
            <a:ext cx="2194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303520" y="6492240"/>
            <a:ext cx="4572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77840" y="64739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2026-04-07T22:35:12Z</dcterms:created>
  <dcterms:modified xsi:type="dcterms:W3CDTF">2026-04-07T22:35:12Z</dcterms:modified>
</cp:coreProperties>
</file>