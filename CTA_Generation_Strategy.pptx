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Generation Strategy: Comparison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approaches for dynamic call-to-action generation in financial insights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25603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Full CTAs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Contextually rich labels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Single source of truth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Simpler backend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Tight coupling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Stale routing risk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runtime flexibility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Versioning complexity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2809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25603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Signals + Backend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325880"/>
            <a:ext cx="1828800" cy="3200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377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Decoupled routing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Runtime flexibility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flag support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Graceful degradation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Two-phase generation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 vocabulary mgmt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Minimal latency overhead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554480"/>
            <a:ext cx="256032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011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(Suggest + Validate)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377440"/>
            <a:ext cx="2286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of both worlds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Fail-safe design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Gradual migration path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complex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Logic in two places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Potential inconsistency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Harder debugging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2: Intent-Based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implementation approach with separation of concerns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FLOW: Transaction Data → AI Agent → Intent Signals → Backend Resolver → Dynamic CTAs → Mobile UI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93192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Generates Intent Signals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5661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Vocabulary (10-15 stable intents):</a:t>
            </a:r>
            <a:endParaRPr lang="en-US" sz="11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budget_management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User should create/modify budgets</a:t>
            </a:r>
            <a:endParaRPr lang="en-US" sz="11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transaction_review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User should examine transactions</a:t>
            </a:r>
            <a:endParaRPr lang="en-US" sz="11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explain_insight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Route to conversational agent</a:t>
            </a:r>
            <a:endParaRPr lang="en-US" sz="11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alert_creation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Set spending threshold alerts</a:t>
            </a:r>
            <a:endParaRPr lang="en-US" sz="11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savings_opportunity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Highlight potential savings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3017520"/>
            <a:ext cx="393192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3154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CTA Resolver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35661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Resolution Logic:</a:t>
            </a:r>
            <a:endParaRPr lang="en-US" sz="110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Receives intent + parameters</a:t>
            </a:r>
            <a:endParaRPr lang="en-US" sz="110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Checks user eligibility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Feature flags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App version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Account type</a:t>
            </a:r>
            <a:endParaRPr lang="en-US" sz="110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Maps to app destination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app://budgets/v2/create</a:t>
            </a:r>
            <a:endParaRPr lang="en-US" sz="110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Generates CTA label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"Create dining budget"</a:t>
            </a:r>
            <a:endParaRPr lang="en-US" sz="1100" dirty="0"/>
          </a:p>
          <a:p>
            <a:pPr indent="0" marL="0">
              <a:buNone/>
            </a:pPr>
            <a:r>
              <a:rPr lang="en-US" sz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Applies fallback if unavailable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CTA Generation Strategy</dc:title>
  <dc:subject>PptxGenJS Presentation</dc:subject>
  <dc:creator>System Architecture</dc:creator>
  <cp:lastModifiedBy>System Architecture</cp:lastModifiedBy>
  <cp:revision>1</cp:revision>
  <dcterms:created xsi:type="dcterms:W3CDTF">2026-04-06T04:59:04Z</dcterms:created>
  <dcterms:modified xsi:type="dcterms:W3CDTF">2026-04-06T04:59:04Z</dcterms:modified>
</cp:coreProperties>
</file>