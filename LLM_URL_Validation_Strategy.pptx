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URL Validation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Risks in AI-Generated Merchant URLs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Factors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hundreds to millions of transactions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vs batch tolerance varies by use case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validation costs must be managed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legitimate merchants harms UX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may contain PII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websites change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1: Multi-Layer Defense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Regex, URL parsing, format checks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Reputation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VirusTotal, Google Safe Browsing APIs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DNS/SSL Verification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78892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resolution, certificate 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33756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availability, content validation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verified merchant DB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 for low-confidence URLs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1463040"/>
            <a:ext cx="3657600" cy="1463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Catches multiple failure modes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Adjustable thresholds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108960"/>
            <a:ext cx="3657600" cy="14630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Trade-offs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complexity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API dependencies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latency &amp; cost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2: Fast-Fail + Sampling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Validation with Statistical Coverage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46304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Checks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1645920"/>
            <a:ext cx="14630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10312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146304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8229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645920"/>
            <a:ext cx="1463040" cy="914400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459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checks: Format validation, blocklist, known-good cache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sampling ensures statistical coverage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Confidence-based routing optimizes resource usage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cost and latency for most transactions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09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Trade-off: May miss some malicious URLs in the unvalidated 90%, requires good sampling strategy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3: Knowledge Base + Feedback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Verified Merchant Database Over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Merchant-URL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1194" y="1417320"/>
            <a:ext cx="1097280" cy="5486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1194" y="14173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29834" y="1691640"/>
            <a:ext cx="1742166" cy="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1194" y="2788920"/>
            <a:ext cx="1097280" cy="5486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1194" y="2788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29834" y="3063240"/>
            <a:ext cx="1742166" cy="-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3474720"/>
            <a:ext cx="1097280" cy="548640"/>
          </a:xfrm>
          <a:prstGeom prst="rect">
            <a:avLst/>
          </a:prstGeom>
          <a:solidFill>
            <a:srgbClr val="E8F4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749040"/>
            <a:ext cx="0" cy="-13716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Improves accuracy over time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lookups for known merchants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Reduces external API dependency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Cold start problem (initial DB)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Ongoing maintenance overhead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Limited help for new merchants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Multi-Layer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Immediate Fast Checks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format validation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Blocklist check (known malicious)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Allowlist check (verified merchants)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Suspicious pattern 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Automated Verification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sec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reputation APIs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DNS + SSL validation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 response check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content scraping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Confidence Scoring + Routing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confidence (&gt;90%): Auto-approve, add to allowlist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confidence (70-90%): Use with disclaimer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confidence (&lt;70%): Queue for human review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Failed security: Block and flag for investigation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4: Continuous Monitoring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re-validation of allowlist (monthly)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for domain hijacking/expiration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user reports and update threat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catches obvious problems immediately while investing resources in uncertain cases. The allowlist grows over time, making the system faster and more accurate as it matures.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(MVP)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1 basic checks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Safe Browsing integration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Begin allowlist building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Tier 2 full checks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confidence scoring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human review queue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feedback loop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monitoring system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014F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ML-based risk scoring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optimization</a:t>
            </a:r>
            <a:endParaRPr lang="en-US" sz="11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reduction initiatives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Combine multiple validation techniques for defense-in-depth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 security, cost, and user experience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verified knowledge base that improves over time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 in phases starting with MVP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URL Validation Strategy</dc:title>
  <dc:subject>PptxGenJS Presentation</dc:subject>
  <dc:creator>Security Team</dc:creator>
  <cp:lastModifiedBy>Security Team</cp:lastModifiedBy>
  <cp:revision>1</cp:revision>
  <dcterms:created xsi:type="dcterms:W3CDTF">2026-04-09T04:13:36Z</dcterms:created>
  <dcterms:modified xsi:type="dcterms:W3CDTF">2026-04-09T04:13:36Z</dcterms:modified>
</cp:coreProperties>
</file>